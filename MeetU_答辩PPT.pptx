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oval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oval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54864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智能社交应用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5720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Node.js · PostgreSQL · WebSocket · AI多模态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37160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21408" y="2697480"/>
            <a:ext cx="164592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Express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77056" y="2697480"/>
            <a:ext cx="73152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2697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JWT认证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18304" y="2697480"/>
            <a:ext cx="1097280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25312" y="2697480"/>
            <a:ext cx="82296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2697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RAG知识库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2697480"/>
            <a:ext cx="137160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Realtime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246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319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&gt;15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" y="3959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核心功能模块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3246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51760" y="3319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5176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651760" y="3959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AI能力集成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246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319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66344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663440" y="3959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主题配色方案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0" y="3246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75120" y="3319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7512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3959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人格角色系统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项目答辩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本次答辩共 8 个章节 · 覆盖系统架构 → 核心功能 → 安全体系 → 项目亮点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188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24128" y="135331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2618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系统架构总览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591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技术栈全景 · 前后端分层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2148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24128" y="231343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221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551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ER图 · 表结构 · 触发器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108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24128" y="327355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182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认证安全系统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JWT双Token · 三层限流 · 会话管理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4069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24128" y="423367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AI对话系统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4471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多角色 · RAG · 多模态 · 深度思考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1887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1188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13248" y="135331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12618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实时通信系统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9552" y="1591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· 心跳保活 · 消息路由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148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2148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13248" y="231343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2221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语音对话系统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59552" y="2551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GLM-Realtime · ffmpeg · 双向流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108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56048" y="3108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13248" y="327355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3182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前端架构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59552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Context嵌套 · 导航守卫 · 主题国际化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069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56048" y="4069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413248" y="423367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项目亮点总结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59552" y="4471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技术亮点 · 创新点 · 展望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系统架构总览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技术栈全景 · 前后端分层架构设计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技术栈全景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· 后端 · 数据存储 · AI服务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029968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43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前端 Frontend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581912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1545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1956816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920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2331720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2295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706624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2670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3081528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3044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国际化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3456432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34198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" y="3831336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3794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粒子动画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" y="4206240"/>
            <a:ext cx="54864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41696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expo-av 音频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96312" y="114300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96312" y="1143000"/>
            <a:ext cx="2029968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1143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后端 Backend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06040" y="1581912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4056" y="1545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1956816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34056" y="1920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(ws库)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06040" y="2331720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34056" y="2295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JWT双Token认证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06040" y="2706624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4056" y="2670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bcrypt密码哈希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06040" y="3081528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34056" y="3044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文件上传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3456432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34056" y="34198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三层速率限流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06040" y="3831336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34056" y="3794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API设计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06040" y="4206240"/>
            <a:ext cx="5486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34056" y="41696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中间件鉴权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72584" y="114300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72584" y="1143000"/>
            <a:ext cx="2029968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5736" y="1143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数据存储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82312" y="1581912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0328" y="1545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主库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82312" y="1956816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1920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连接池 (pg pool)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82312" y="2331720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0328" y="2295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触发器自动统计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82312" y="2706624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2670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向量存储(本地)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82312" y="3081528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0328" y="3044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JSONB元数据列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82312" y="3456432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34198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事务安全操作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82312" y="3831336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0328" y="3794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索引优化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82312" y="4206240"/>
            <a:ext cx="5486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0328" y="41696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异步持久化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48856" y="114300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48856" y="1143000"/>
            <a:ext cx="2029968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22008" y="1143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AI服务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958584" y="1581912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86600" y="1545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58584" y="1956816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86600" y="1920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智谱GLM-Realtime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958584" y="2331720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86600" y="2295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RAG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958584" y="2706624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86600" y="2670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文本向量化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958584" y="3081528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86600" y="3044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Tavily网络搜索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958584" y="3456432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86600" y="34198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多模态Base64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958584" y="3831336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86600" y="3794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Stream流式输出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958584" y="4206240"/>
            <a:ext cx="5486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86600" y="41696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深度思考模式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前后端架构图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分层架构 · 关注点分离 · 模块化设计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651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前端层 (React Native)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57276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LoginScreen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8013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登录/注册页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06654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20665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AIChatScreen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29514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AI多角色对话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560320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256032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VoiceChatScreen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78892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实时语音对话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054096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30540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ChatDetailScreen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2826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即时通讯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547872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54787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CirclesScreen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77647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圈子+地图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0416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SettingsScreen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2702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设置/主题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17520" y="292608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HTTP/WS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93008" y="1143000"/>
            <a:ext cx="265176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1143000"/>
            <a:ext cx="2651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后端层 (Node.js/Express)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30168" y="1572768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94176" y="157276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Router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94176" y="18013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注册/登录/刷新Token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30168" y="206654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94176" y="20665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Router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94176" y="229514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发送/获取消息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30168" y="2560320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94176" y="256032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 Router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94176" y="278892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好友管理/申请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30168" y="3054096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94176" y="30540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Server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94176" y="32826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实时消息路由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30168" y="3547872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694176" y="354787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Handler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94176" y="377647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多模态/RAG/语音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30168" y="4041648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694176" y="40416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94176" y="427024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三层请求限流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44768" y="292608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71616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SQL/API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0256" y="1143000"/>
            <a:ext cx="2103120" cy="3566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0256" y="1143000"/>
            <a:ext cx="21031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数据 &amp; AI 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29984" y="1572768"/>
            <a:ext cx="1883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784848" y="15727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84848" y="180136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主数据库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29984" y="2066544"/>
            <a:ext cx="1883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784848" y="206654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向量存储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84848" y="22951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RAG知识库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729984" y="2560320"/>
            <a:ext cx="1883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784848" y="256032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84848" y="278892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AI对话/推理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729984" y="3054096"/>
            <a:ext cx="1883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784848" y="30540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 API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84848" y="328269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实时语音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729984" y="3547872"/>
            <a:ext cx="1883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784848" y="354787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Tavily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84848" y="377647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网络搜索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729984" y="4041648"/>
            <a:ext cx="1883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784848" y="404164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文件存储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784848" y="427024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头像/图片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ER设计 · 触发器 · 索引优化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 · ER模型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4张核心表 · 触发器自动维护统计 · 外键约束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43000"/>
            <a:ext cx="201168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4300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BIGSERIAL PK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190195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2938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VARCHAR(50)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23113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585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VARCHAR(100)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25603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877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VARCHAR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" y="2889504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1693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avatar_url TEXT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321868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2461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 TEXT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" y="354787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7530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JSONB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" y="387705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90448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unread_count INT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" y="420624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23367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TIMESTAMP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4535424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3744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23744" y="1143000"/>
            <a:ext cx="201168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5184" y="114300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user_sessions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15184" y="1600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BIGSERIAL PK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15184" y="190195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5184" y="192938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 → users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15184" y="223113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5184" y="22585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refresh_token_hash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15184" y="25603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5184" y="25877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device_info TEXT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15184" y="2889504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15184" y="291693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ip_address INET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15184" y="321868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15184" y="32461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 TIMESTAMP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15184" y="354787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15184" y="357530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TIMESTAMP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15184" y="387705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15184" y="390448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BOOLEAN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15184" y="420624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0016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0016" y="1143000"/>
            <a:ext cx="201168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1456" y="114300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chat_history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91456" y="1600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BIGSERIAL PK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91456" y="190195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192938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sender_id FK → users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91456" y="223113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22585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receiver_id FK → users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91456" y="25603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25877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TEXT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91456" y="2889504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291693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message_type VARCHAR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91456" y="321868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32461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is_read BOOLEAN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91456" y="354787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357530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media_url TEXT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91456" y="387705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91456" y="390448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TIMESTAMP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91456" y="420624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76288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876288" y="1143000"/>
            <a:ext cx="2011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67728" y="114300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📧 verification_codes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967728" y="1600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BIGSERIAL PK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967728" y="190195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67728" y="192938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VARCHAR(100)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967728" y="223113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67728" y="22585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VARCHAR(6)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967728" y="25603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67728" y="25877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 VARCHAR(20)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967728" y="2889504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67728" y="291693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 TIMESTAMP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967728" y="3218688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67728" y="32461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is_used BOOLEAN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967728" y="354787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67728" y="357530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TIMESTAMP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967728" y="3877056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5488" y="47640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触发器: update_unread_count — 每次新增消息自动更新 users.unread_count，无需应用层手动维护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认证安全系统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JWT双Token · 三层限流 · 会话管理 · 密码哈希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双Token 认证流程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(15min) + Refresh Token (7d) · 自动刷新 · 并发保护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344168"/>
            <a:ext cx="384048" cy="38404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126187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用户提交邮箱+密码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157276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1051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10512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1965960"/>
            <a:ext cx="384048" cy="384048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1883664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bcrypt验证密码哈希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" y="219456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12轮salt, 防彩虹表攻击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32304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32304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" y="2587752"/>
            <a:ext cx="384048" cy="38404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" y="2505456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生成双Token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" y="281635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AT(15min JWT) + RT(7d随机串)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54096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54096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3209544"/>
            <a:ext cx="384048" cy="38404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0976" y="3127248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RT哈希存数据库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" y="3438144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HMAC-SHA256(rt, SECRET)防泄露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675888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675888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" y="3831336"/>
            <a:ext cx="384048" cy="38404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0976" y="374904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AT过期→自动刷新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0976" y="4059936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/api/auth/refresh · 并发锁保护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29768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297680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" y="4453128"/>
            <a:ext cx="384048" cy="384048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50976" y="437083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主动登出/强制下线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0976" y="468172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session · 全量登出 all_devices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26280" y="1170432"/>
            <a:ext cx="4251960" cy="3611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26280" y="1170432"/>
            <a:ext cx="425196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36008" y="1225296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18888" y="1225296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01768" y="1225296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1426464"/>
            <a:ext cx="39959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server/utils/jwt.js — 生成双Token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generateTokens(userId)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accessToken = jwt.sign(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userId, type: 'access'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process.env.JWT_SECRET,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expiresIn: '15m'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refreshToken = crypto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.randomBytes(32).toString('hex');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rtHash = crypto.createHmac(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'sha256', process.env.HMAC_SECRET)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.update(refreshToken).digest('hex');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accessToken, refreshToken, rtHash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client/AuthContext.js — 并发刷新保护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isRefreshing = false;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failedQueue = [];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refreshAccessToken()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(isRefreshing)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Promise((res, rej)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failedQueue.push({ resolve: res, reject: rej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isRefreshing = true;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data } = await axios.post('/auth/refresh',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refreshToken: storedRT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processQueue(null, data.accessToken);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data.accessToken;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catch(e)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processQueue(e, null);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logout(); // 刷新失败→强制登出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 isRefreshing = false;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773168"/>
            <a:ext cx="8449056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782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安全要点: RT哈希存储(防数据库泄露) · 并发锁防止重复刷新 · session二次校验防伪造Token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三层速率限流 · 认证中间件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防暴力破解 · 防接口滥用 · session二次校验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26060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验证码限流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3次/小时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范围: 同一邮箱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防止邮件轰炸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恶意发送验证码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170432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170432"/>
            <a:ext cx="26060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登录限流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5次/15分钟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64992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范围: 同一IP+邮箱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231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防暴力破解密码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账号锁定保护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44184" y="1170432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1170432"/>
            <a:ext cx="26060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API全局限流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100次/15分钟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81344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范围: 同一IP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81344" y="2231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防DDoS攻击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资源耗尽保护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8430768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71800"/>
            <a:ext cx="843076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026664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026664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3026664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227832"/>
            <a:ext cx="81747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server/middleware/auth.js — 强制认证中间件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requireAuth(req, res, next)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req.headers.authorization?.split(' ')[1];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return res.status(401).json({ error: '未认证'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decoded = jwt.verify(token, process.env.JWT_SECRET);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二次校验: 检查session是否仍有效(防Token泄露后仍可用)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session = await pool.query(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'SELECT * FROM user_sessions WHERE user_id=$1 AND is_active=true',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[decoded.userId]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(!session.rows.length)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res.status(401).json({ error: 'session已失效'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req.user = decoded;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对话系统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多角色人格 · RAG知识库 · 多模态 · 深度思考 · 网络搜索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对话系统全貌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5种人格 · RAG · 多模态 · DeepSeek深度思考 · Tavily网络搜索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0432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70432"/>
            <a:ext cx="157276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Normal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"normal"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均衡友好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75688" y="1170432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5688" y="1170432"/>
            <a:ext cx="15727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知识型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"knowledge"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专业严谨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67328" y="1170432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67328" y="1170432"/>
            <a:ext cx="15727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愤怒型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"angry"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情绪激昂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58968" y="1170432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58968" y="1170432"/>
            <a:ext cx="15727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幽默型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"funny"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32120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轻松有趣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0608" y="1170432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170432"/>
            <a:ext cx="1572768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温柔型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"gentle"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温暖贴心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2487168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2487168"/>
            <a:ext cx="13716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用户发消息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2926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支持文字+图片(Base64)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+角色选择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755648" y="3035808"/>
            <a:ext cx="10972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65376" y="2487168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65376" y="2487168"/>
            <a:ext cx="1371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功能路由判断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38528" y="2926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networkSearch/RAG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/deepThink/image标志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36976" y="3035808"/>
            <a:ext cx="10972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46704" y="2487168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46704" y="2487168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9856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知识库RAG检索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19856" y="2926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LangChain语义检索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相关上下文注入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18304" y="3035808"/>
            <a:ext cx="10972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2487168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28032" y="2487168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01184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Prompt组装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01184" y="2926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系统Prompt+角色Prompt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+历史+检索结果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99632" y="3035808"/>
            <a:ext cx="10972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2487168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09360" y="2487168"/>
            <a:ext cx="1371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API调用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82512" y="2926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Stream流式输出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打字机效果渲染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80960" y="3035808"/>
            <a:ext cx="10972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90688" y="2487168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790688" y="2487168"/>
            <a:ext cx="1371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0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结果存储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863840" y="29260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PostgreSQL持久化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+前端实时显示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84048" y="3703320"/>
            <a:ext cx="841248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84048" y="3703320"/>
            <a:ext cx="8412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3776" y="3758184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6656" y="3758184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9536" y="3758184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3959352"/>
            <a:ext cx="81564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server/index.js — RAG检索增强生成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searchKnowledge(query)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results = await vectorStore.similaritySearch(query, 3);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results.map(r =&gt; r.pageContent).join('\n\n');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对话主流程 — 功能路由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(useRAG &amp;&amp; knowledgeText)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systemPrompt += `\n参考知识:\n${knowledgeText}`;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(networkSearch)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webResult = await tavilySearch(message);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systemPrompt += `\n网络资料:\n${webResult}`;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多模态图片理解 · 深度思考模式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Base64图片传输 · deepseek-reasoner · Stream解析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411480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多模态图片理解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393192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72768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27632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27632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1627632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28800"/>
            <a:ext cx="36758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client: 图片选择 + Base64编码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ImagePicker.launchImageLibraryAsync({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base64: true, quality: 0.8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setSelectedImage('data:image/jpeg;base64,' + result.base64);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server: 多模态消息构建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userMsg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role: 'user',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imageBase64 ?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type: 'image_url',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image_url: { url: imageBase64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type: 'text', text: message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: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支持格式: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/ PNG / WEBP 图片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传输方式: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内联，无需额外文件服务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模型调用: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DeepSeek-Vision 视觉理解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170432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70432"/>
            <a:ext cx="41148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深度思考模式 (Reasoner)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572768"/>
            <a:ext cx="393192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72768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1627632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1627632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1627632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828800"/>
            <a:ext cx="3675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server/index.js — deepseek-reasoner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model = deepThink 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'deepseek-reasoner' : 'deepseek-chat';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stream = await openai.chat.completions.create({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model, messages, stream: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解析reasoning_content思维链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await (const chunk of stream)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delta = chunk.choices[0].delta;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(delta.reasoning_content)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思维链内容单独展示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thinkingText += delta.reasoning_content;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(delta.content)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最终回答流式输出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+= delta.content;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res.write('data: ' + JSON.stringify({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content: delta.content,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thinking: thinkingText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 + '\n\n');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4206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reasoning_content 独立字段展示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SSE格式，打字机逐字渲染效果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实时通信系统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· 心跳保活 · 指数退避重连 · 发布订阅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实时通信系统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心跳保活 · 指数退避重连 · 好友通知 · 已读同步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6060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心跳保活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4592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6002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30秒发送ping帧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196596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9202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服务端pong响应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28600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2402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超时触发重连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60604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5603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防止NAT超时断开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170432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70432"/>
            <a:ext cx="26060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指数退避重连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4992" y="1645920"/>
            <a:ext cx="91440" cy="9144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16002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初始延迟1秒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1965960"/>
            <a:ext cx="91440" cy="9144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19202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每次×2增长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286000"/>
            <a:ext cx="91440" cy="9144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22402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最大30秒上限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2606040"/>
            <a:ext cx="91440" cy="9144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25603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断线自动恢复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1170432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170432"/>
            <a:ext cx="26060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170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消息路由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99632" y="164592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16002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好友申请通知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9632" y="196596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19202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新消息推送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9632" y="228600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22402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已读状态同步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9632" y="260604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25603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在线状态广播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017520"/>
            <a:ext cx="84124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017520"/>
            <a:ext cx="8412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" y="3072384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3072384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" y="3072384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3273552"/>
            <a:ext cx="8156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client/WebSocketContext.js — 心跳+重连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HEARTBEAT_INTERVAL = 30000;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reconnectDelay = 1000;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startHeartbeat()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heartbeatTimer = setInterval(()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(ws.readyState === WebSocket.OPEN)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ws.send(JSON.stringify({ type: 'ping'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HEARTBEAT_INTERVAL);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handleReconnect()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reconnectDelay = Math.min(reconnectDelay * 2, 30000);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connectWebSocket(); // 指数退避重连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reconnectDelay);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server/websocket.js — 消息路由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wss.on('connection', (ws, req)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= authenticateWS(req); // Token鉴权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clients.set(userId, ws);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ws.on('message', (data)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msg = JSON.parse(data);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switch(msg.type)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'friend_request': notifyFriend(msg);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'chat_message':   forwardMessage(msg);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'read_receipt':   syncReadStatus(msg);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实时语音对话系统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GLM-Realtime API · ffmpeg转码 · 双向音频流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GLM-Realtime 语音对话系统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WebSocket代理 · expo-av录音 · ffmpeg PCM转码 · 双向流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88720"/>
            <a:ext cx="658368" cy="65836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15179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65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录音采集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441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客户端麦克风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10512" y="1188720"/>
            <a:ext cx="658368" cy="658368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68880" y="15179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1965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PCM编码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54480" y="2441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float32→base64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44952" y="1188720"/>
            <a:ext cx="658368" cy="65836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03320" y="15179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965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WS发送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到服务端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88920" y="2441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二进制音频流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79392" y="1188720"/>
            <a:ext cx="658368" cy="65836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937760" y="15179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1965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PCM转码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23360" y="2441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格式兼容处理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13832" y="1188720"/>
            <a:ext cx="658368" cy="65836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72200" y="15179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1965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Stream调用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57800" y="2441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智谱Realtime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48272" y="1188720"/>
            <a:ext cx="658368" cy="658368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406640" y="15179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1965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语音合成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2441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AI回复→音频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82712" y="1188720"/>
            <a:ext cx="658368" cy="658368"/>
          </a:xfrm>
          <a:prstGeom prst="oval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8271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26680" y="1965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播放回声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26680" y="2441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客户端播放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2834640"/>
            <a:ext cx="841248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2834640"/>
            <a:ext cx="8412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2889504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" y="2889504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" y="2889504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090672"/>
            <a:ext cx="81564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server/index.js — GLM-Realtime WS代理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app.ws('/api/voice-chat', async (clientWs, req)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glmWs = new WebSocket(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'wss://open.bigmodel.cn/api/paas/v4/realtime',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headers: { Authorization: 'Bearer ' + GLM_KEY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客户端 → GLM 转发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clientWs.on('message', async (data)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msg = JSON.parse(data);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(msg.type === 'audio_chunk')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ffmpeg PCM格式转换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pcm = await convertAudioFormat(msg.audio);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glmWs.send(JSON.stringify({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'input_audio_buffer.append',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audio: pcm.toString('base64')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GLM → 客户端 转发(TTS音频+文字)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glmWs.on('message', (data)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clientWs.send(data); // 透传Realtime事件流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前端架构设计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Context嵌套 · 导航守卫 · 主题系统 · 国际化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前端架构 · Context嵌套 + 导航守卫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→ Theme → Auth → WebSocket 四层Context嵌套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5852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435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LanguageProvider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中/英双语, AsyncStorage持久化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7863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847088"/>
            <a:ext cx="54864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019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ThemeProvider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15798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6色×2模式=12主题, AsyncStorage持久化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2505456"/>
            <a:ext cx="7315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505456"/>
            <a:ext cx="54864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560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AuthProvider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8163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用户状态, Token管理, 401自动刷新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88720" y="3163824"/>
            <a:ext cx="6766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88720" y="3163824"/>
            <a:ext cx="54864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2186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WebSocketProvider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实时连接管理, 心跳, 重连策略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63040" y="3822192"/>
            <a:ext cx="6217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63040" y="3822192"/>
            <a:ext cx="54864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38770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NavigationContainer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133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路由守卫: 未登录→Login, 已登录→Main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315968"/>
            <a:ext cx="502920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315968"/>
            <a:ext cx="50292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4370832"/>
            <a:ext cx="91440" cy="91440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370832"/>
            <a:ext cx="91440" cy="91440"/>
          </a:xfrm>
          <a:prstGeom prst="oval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70832"/>
            <a:ext cx="91440" cy="91440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572000"/>
            <a:ext cx="4773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client/App.js — 导航守卫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AppNavigator()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user, loading } = useAuth();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(loading) return &lt;LoadingScreen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&lt;Stack.Navigator&gt;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{!user ?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&lt;Stack.Screen name="Login" component={LoginScreen}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 :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&lt;Stack.Screen name="Main" component={MainTabs}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&lt;/Stack.Navigator&gt;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4315968"/>
            <a:ext cx="32186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0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12种主题方案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4700016"/>
            <a:ext cx="256032" cy="256032"/>
          </a:xfrm>
          <a:prstGeom prst="oval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42432" y="4773168"/>
            <a:ext cx="109728" cy="109728"/>
          </a:xfrm>
          <a:prstGeom prst="oval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4992624"/>
            <a:ext cx="256032" cy="256032"/>
          </a:xfrm>
          <a:prstGeom prst="oval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2432" y="5065776"/>
            <a:ext cx="109728" cy="109728"/>
          </a:xfrm>
          <a:prstGeom prst="oval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4768" y="4700016"/>
            <a:ext cx="256032" cy="256032"/>
          </a:xfrm>
          <a:prstGeom prst="oval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4773168"/>
            <a:ext cx="109728" cy="109728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4768" y="4992624"/>
            <a:ext cx="256032" cy="256032"/>
          </a:xfrm>
          <a:prstGeom prst="oval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5065776"/>
            <a:ext cx="109728" cy="109728"/>
          </a:xfrm>
          <a:prstGeom prst="oval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20256" y="4700016"/>
            <a:ext cx="256032" cy="256032"/>
          </a:xfrm>
          <a:prstGeom prst="oval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93408" y="4773168"/>
            <a:ext cx="109728" cy="10972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0256" y="4992624"/>
            <a:ext cx="256032" cy="256032"/>
          </a:xfrm>
          <a:prstGeom prst="oval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93408" y="5065776"/>
            <a:ext cx="109728" cy="10972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95744" y="4700016"/>
            <a:ext cx="256032" cy="256032"/>
          </a:xfrm>
          <a:prstGeom prst="oval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68896" y="4773168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95744" y="4992624"/>
            <a:ext cx="256032" cy="256032"/>
          </a:xfrm>
          <a:prstGeom prst="oval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68896" y="5065776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71232" y="4700016"/>
            <a:ext cx="256032" cy="256032"/>
          </a:xfrm>
          <a:prstGeom prst="oval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44384" y="4773168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71232" y="4992624"/>
            <a:ext cx="256032" cy="256032"/>
          </a:xfrm>
          <a:prstGeom prst="oval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44384" y="5065776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4700016"/>
            <a:ext cx="256032" cy="256032"/>
          </a:xfrm>
          <a:prstGeom prst="oval">
            <a:avLst/>
          </a:prstGeom>
          <a:solidFill>
            <a:srgbClr val="1E293B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19872" y="4773168"/>
            <a:ext cx="109728" cy="109728"/>
          </a:xfrm>
          <a:prstGeom prst="oval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4992624"/>
            <a:ext cx="256032" cy="256032"/>
          </a:xfrm>
          <a:prstGeom prst="oval">
            <a:avLst/>
          </a:prstGeom>
          <a:solidFill>
            <a:srgbClr val="F8FAFC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9872" y="5065776"/>
            <a:ext cx="109728" cy="109728"/>
          </a:xfrm>
          <a:prstGeom prst="oval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前端核心页面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8个主要页面 · Three.js粒子过渡 · 高德地图集成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353312"/>
            <a:ext cx="585216" cy="585216"/>
          </a:xfrm>
          <a:prstGeom prst="oval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LoginScreen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登录/注册·邮箱验证·过渡动画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1887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353312"/>
            <a:ext cx="585216" cy="585216"/>
          </a:xfrm>
          <a:prstGeom prst="oval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0116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AIChatScreen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3225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AI对话·多角色·深度思考·图片理解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1353312"/>
            <a:ext cx="585216" cy="585216"/>
          </a:xfrm>
          <a:prstGeom prst="oval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20116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VoiceChatScreen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3225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实时语音·录音波形·GLM Realtime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12280" y="11887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18872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1353312"/>
            <a:ext cx="585216" cy="585216"/>
          </a:xfrm>
          <a:prstGeom prst="oval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3720" y="20116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MessagesScreen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23225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会话列表·好友申请·未读统计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01752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1560" y="3182112"/>
            <a:ext cx="585216" cy="585216"/>
          </a:xfrm>
          <a:prstGeom prst="oval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3182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7200" y="38404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ChatDetailScreen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513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即时通讯·发送消息·WebSocket实时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14600" y="30175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14600" y="301752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3182112"/>
            <a:ext cx="585216" cy="585216"/>
          </a:xfrm>
          <a:prstGeom prst="oval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182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606040" y="38404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CirclesScreen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06040" y="41513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圈子动态·高德地图WebView集成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0175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017520"/>
            <a:ext cx="19659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9240" y="3182112"/>
            <a:ext cx="585216" cy="585216"/>
          </a:xfrm>
          <a:prstGeom prst="oval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1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3182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754880" y="38404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SettingsScreen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41513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头像上传·语言切换·主题选择·登出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2280" y="3017520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12280" y="3017520"/>
            <a:ext cx="1965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3182112"/>
            <a:ext cx="585216" cy="585216"/>
          </a:xfrm>
          <a:prstGeom prst="oval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3182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903720" y="38404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TransitionScreen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03720" y="415137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1200粒子爱心过渡动画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oval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oval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3716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项目亮点总结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技术亮点 · 创新点 · 挑战与解决方案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项目技术亮点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6大核心技术创新 · 工程化设计思路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704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70432"/>
            <a:ext cx="2651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35024"/>
            <a:ext cx="475488" cy="475488"/>
          </a:xfrm>
          <a:prstGeom prst="oval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0704" y="13350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JWT双Token + 并发保护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901952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Access+Refresh双Token机制，RefreshToken HMAC哈希存库，并发刷新队列防止Token竞争，Session二次校验防泄露滥用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11704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170432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1335024"/>
            <a:ext cx="475488" cy="475488"/>
          </a:xfrm>
          <a:prstGeom prst="oval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95344" y="13350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AI多能力路由融合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901952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单对话接口集成RAG知识库/网络搜索/多模态图理解/深度思考四路能力，通过标志位动态路由，Prompt工程统一管理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16752" y="117043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6752" y="1170432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1335024"/>
            <a:ext cx="475488" cy="475488"/>
          </a:xfrm>
          <a:prstGeom prst="oval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9984" y="13350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端到端实时语音链路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1901952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expo-av采集→Base64编码→ffmpeg PCM转码→GLM Realtime API→TTS合成→expo-av播放，完整双向音频流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108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1089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" y="3273552"/>
            <a:ext cx="475488" cy="475488"/>
          </a:xfrm>
          <a:prstGeom prst="oval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60704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WebSocket工程化设计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3840480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30s心跳保活+指数退避重连(1s→30s)，消息类型路由分发，好友通知/已读同步，JWT鉴权升级握手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82112" y="3108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2112" y="31089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3273552"/>
            <a:ext cx="475488" cy="475488"/>
          </a:xfrm>
          <a:prstGeom prst="oval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895344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主题×国际化双维度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3840480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6色主题×明暗2模式=12套配色方案，i18next中英双语，均通过AsyncStorage持久化，Context全局响应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16752" y="3108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16752" y="310896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53912" y="3273552"/>
            <a:ext cx="475488" cy="475488"/>
          </a:xfrm>
          <a:prstGeom prst="oval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29984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三层安全防护体系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3840480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速率限流(验证码3次/h·登录5次/15m·API 100次/15m)+bcrypt密码哈希+三层中间件鉴权，系统性防御设计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oval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oval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3774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3154680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MeetU · AI 智能社交应用 · 项目答辩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37160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3840480"/>
            <a:ext cx="182880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68496" y="3840480"/>
            <a:ext cx="118872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3840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66944" y="3840480"/>
            <a:ext cx="109728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JWT双Token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73952" y="3840480"/>
            <a:ext cx="109728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3840480"/>
            <a:ext cx="1371600" cy="256032"/>
          </a:xfrm>
          <a:prstGeom prst="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GLM-Realtime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137160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29968" y="4279392"/>
            <a:ext cx="82296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9968" y="4279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RAG知识库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62656" y="4279392"/>
            <a:ext cx="73152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265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多模态AI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03904" y="4279392"/>
            <a:ext cx="100584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19472" y="4279392"/>
            <a:ext cx="91440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4279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4279392"/>
            <a:ext cx="822960" cy="256032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4279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12主题方案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项目答辩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MeetU AI社交应用 · 项目答辩</dc:title>
  <dc:subject>PptxGenJS Presentation</dc:subject>
  <dc:creator>AI生成</dc:creator>
  <cp:lastModifiedBy>AI生成</cp:lastModifiedBy>
  <cp:revision>1</cp:revision>
  <dcterms:created xsi:type="dcterms:W3CDTF">2026-06-03T01:55:40Z</dcterms:created>
  <dcterms:modified xsi:type="dcterms:W3CDTF">2026-06-03T01:55:40Z</dcterms:modified>
</cp:coreProperties>
</file>